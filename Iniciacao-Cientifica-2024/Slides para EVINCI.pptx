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sldIdLst>
    <p:sldId id="256" r:id="rId2"/>
    <p:sldId id="257" r:id="rId3"/>
    <p:sldId id="258" r:id="rId4"/>
    <p:sldId id="260" r:id="rId5"/>
    <p:sldId id="262" r:id="rId6"/>
    <p:sldId id="263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>
        <p:scale>
          <a:sx n="82" d="100"/>
          <a:sy n="82" d="100"/>
        </p:scale>
        <p:origin x="53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148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2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797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105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011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287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31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36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592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170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637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fld id="{1C8322F6-1C60-46CF-968C-BC20E470F443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52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epositorio.ufsm.br/bitstream/handle/1/7754/CRAUSS,%20CAMILA.pdf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29">
            <a:extLst>
              <a:ext uri="{FF2B5EF4-FFF2-40B4-BE49-F238E27FC236}">
                <a16:creationId xmlns:a16="http://schemas.microsoft.com/office/drawing/2014/main" id="{2DB5A641-C034-491E-8AA7-6B4FACC54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63BD629-D1D2-991C-21B7-9637C4C584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819"/>
          <a:stretch/>
        </p:blipFill>
        <p:spPr>
          <a:xfrm>
            <a:off x="7471" y="10"/>
            <a:ext cx="12184529" cy="685799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6E49AF8-4AAA-5AE7-E435-39B72B5A4DA6}"/>
              </a:ext>
            </a:extLst>
          </p:cNvPr>
          <p:cNvSpPr txBox="1"/>
          <p:nvPr/>
        </p:nvSpPr>
        <p:spPr>
          <a:xfrm>
            <a:off x="1745673" y="2194560"/>
            <a:ext cx="96760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Automação do ensaio de migração de cloretos no concreto de cimento Portland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32053-1C2A-964D-1B81-89FC8F241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3B093B2-A80F-C051-35EF-59E3ABA39F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819"/>
          <a:stretch/>
        </p:blipFill>
        <p:spPr>
          <a:xfrm>
            <a:off x="7471" y="10"/>
            <a:ext cx="12184529" cy="685799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E8C0A1A-038C-A7D3-06DD-C41370735752}"/>
              </a:ext>
            </a:extLst>
          </p:cNvPr>
          <p:cNvSpPr txBox="1"/>
          <p:nvPr/>
        </p:nvSpPr>
        <p:spPr>
          <a:xfrm>
            <a:off x="7470" y="2776451"/>
            <a:ext cx="1194623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Corrosão em ambiente marinho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Concreto cria ambiente com alto pH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Íons de cloreto rompem camada passiva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ASTM C 1202 (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NaOH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Automatizar o processo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1FE53C3-6838-1FA5-1A27-C594FA5B37CA}"/>
              </a:ext>
            </a:extLst>
          </p:cNvPr>
          <p:cNvSpPr txBox="1"/>
          <p:nvPr/>
        </p:nvSpPr>
        <p:spPr>
          <a:xfrm>
            <a:off x="358588" y="1266072"/>
            <a:ext cx="11833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Contextualização do projeto e objetivos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D4256E9-7514-0A10-2D5B-6DED6320E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481" y="2064061"/>
            <a:ext cx="5703047" cy="223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882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4F643-8480-4BBB-13BA-9FEAE5F42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65F5CD9-8DFA-65E8-8294-868018F177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819"/>
          <a:stretch/>
        </p:blipFill>
        <p:spPr>
          <a:xfrm>
            <a:off x="7471" y="10"/>
            <a:ext cx="12184529" cy="685799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97170F2-2D44-6B31-1A72-62FA83F5955E}"/>
              </a:ext>
            </a:extLst>
          </p:cNvPr>
          <p:cNvSpPr txBox="1"/>
          <p:nvPr/>
        </p:nvSpPr>
        <p:spPr>
          <a:xfrm>
            <a:off x="7471" y="2959332"/>
            <a:ext cx="1218452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Isabela Fujiwara Paulin (desenvolvedor)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Marcelo Henrique Farias de Medeiros (orientador)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Carlos Eduardo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Maffini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Santos (coordenador)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endParaRPr lang="pt-BR" sz="4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B44CDF-9218-37BA-3C7F-884D36636EF6}"/>
              </a:ext>
            </a:extLst>
          </p:cNvPr>
          <p:cNvSpPr txBox="1"/>
          <p:nvPr/>
        </p:nvSpPr>
        <p:spPr>
          <a:xfrm>
            <a:off x="2515986" y="1344638"/>
            <a:ext cx="96760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Equipe   </a:t>
            </a:r>
          </a:p>
        </p:txBody>
      </p:sp>
    </p:spTree>
    <p:extLst>
      <p:ext uri="{BB962C8B-B14F-4D97-AF65-F5344CB8AC3E}">
        <p14:creationId xmlns:p14="http://schemas.microsoft.com/office/powerpoint/2010/main" val="3404257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0630B-4AC9-62BD-CB63-3753ED51C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7572E8E-7453-F7F1-8C37-7B05E6A618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819"/>
          <a:stretch/>
        </p:blipFill>
        <p:spPr>
          <a:xfrm>
            <a:off x="7471" y="10"/>
            <a:ext cx="12184529" cy="685799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D439A39-E05D-58E1-4D91-B78C1C13EAF4}"/>
              </a:ext>
            </a:extLst>
          </p:cNvPr>
          <p:cNvSpPr txBox="1"/>
          <p:nvPr/>
        </p:nvSpPr>
        <p:spPr>
          <a:xfrm>
            <a:off x="7471" y="2910453"/>
            <a:ext cx="96760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Microcontrolador Arduino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Sensor de corrente ina219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Módulo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bluetooth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HC 06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Flutter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34064E6-2148-C98C-763A-1574D39FB4FC}"/>
              </a:ext>
            </a:extLst>
          </p:cNvPr>
          <p:cNvSpPr txBox="1"/>
          <p:nvPr/>
        </p:nvSpPr>
        <p:spPr>
          <a:xfrm>
            <a:off x="2515986" y="1332098"/>
            <a:ext cx="96760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Metodologia e resultados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C4F64B4-8B96-B5BD-EA4F-10A4A90CC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364" y="2072641"/>
            <a:ext cx="3852072" cy="368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495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9264B-566D-162E-6ECA-B74A87718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BA0B5D4-F98C-8BB7-BFB8-2A3D188A44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819"/>
          <a:stretch/>
        </p:blipFill>
        <p:spPr>
          <a:xfrm>
            <a:off x="7471" y="9341"/>
            <a:ext cx="12184529" cy="685799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D4C29AF-A807-FE15-1CE9-96E46C44C698}"/>
              </a:ext>
            </a:extLst>
          </p:cNvPr>
          <p:cNvSpPr txBox="1"/>
          <p:nvPr/>
        </p:nvSpPr>
        <p:spPr>
          <a:xfrm>
            <a:off x="0" y="2428765"/>
            <a:ext cx="12428369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810260" algn="l"/>
              </a:tabLs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lang="pt-BR" sz="2400" dirty="0">
                <a:latin typeface="Arial" panose="020B0604020202020204" pitchFamily="34" charset="0"/>
                <a:ea typeface="Times New Roman" panose="02020603050405020304" pitchFamily="18" charset="0"/>
              </a:rPr>
              <a:t>Altos custos de manutenção anualmente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810260" algn="l"/>
              </a:tabLst>
            </a:pPr>
            <a:endParaRPr lang="pt-BR" sz="2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810260" algn="l"/>
              </a:tabLst>
            </a:pPr>
            <a:r>
              <a:rPr lang="pt-BR" sz="2400" dirty="0">
                <a:latin typeface="Arial" panose="020B0604020202020204" pitchFamily="34" charset="0"/>
                <a:ea typeface="Times New Roman" panose="02020603050405020304" pitchFamily="18" charset="0"/>
              </a:rPr>
              <a:t>Aumento da precisão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810260" algn="l"/>
              </a:tabLst>
            </a:pPr>
            <a:endParaRPr lang="pt-BR" sz="2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810260" algn="l"/>
              </a:tabLst>
            </a:pPr>
            <a:r>
              <a:rPr lang="pt-BR" sz="2400" dirty="0">
                <a:latin typeface="Arial" panose="020B0604020202020204" pitchFamily="34" charset="0"/>
                <a:ea typeface="Times New Roman" panose="02020603050405020304" pitchFamily="18" charset="0"/>
              </a:rPr>
              <a:t>Otimização do tempo dos operadores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ED37AE-39BB-3945-B3C4-CFAE4D5D16A6}"/>
              </a:ext>
            </a:extLst>
          </p:cNvPr>
          <p:cNvSpPr txBox="1"/>
          <p:nvPr/>
        </p:nvSpPr>
        <p:spPr>
          <a:xfrm>
            <a:off x="2515986" y="1326777"/>
            <a:ext cx="96760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Considerações finais</a:t>
            </a:r>
          </a:p>
        </p:txBody>
      </p:sp>
    </p:spTree>
    <p:extLst>
      <p:ext uri="{BB962C8B-B14F-4D97-AF65-F5344CB8AC3E}">
        <p14:creationId xmlns:p14="http://schemas.microsoft.com/office/powerpoint/2010/main" val="2226345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36CD4-3B0B-3563-19F9-433A1A378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6650D0C-8182-47E7-D8F1-42D8B90746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819"/>
          <a:stretch/>
        </p:blipFill>
        <p:spPr>
          <a:xfrm>
            <a:off x="7471" y="10"/>
            <a:ext cx="12184529" cy="685799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ABFC5FC-FAF7-0689-F169-7C0930DC174F}"/>
              </a:ext>
            </a:extLst>
          </p:cNvPr>
          <p:cNvSpPr txBox="1"/>
          <p:nvPr/>
        </p:nvSpPr>
        <p:spPr>
          <a:xfrm>
            <a:off x="7471" y="2418709"/>
            <a:ext cx="12192000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tabLst>
                <a:tab pos="810260" algn="l"/>
              </a:tabLst>
            </a:pP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CRAUSS, Camila. </a:t>
            </a:r>
            <a:r>
              <a:rPr lang="pt-BR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Penetração de cloretos em concretos com diferentes tipos de cimento submetidos a tratamento superficial</a:t>
            </a: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Mestrado. Universidade federal de Santa Maria, Santa Maria, 2010. Disponível em:&lt;</a:t>
            </a:r>
            <a:r>
              <a:rPr lang="pt-BR" sz="1400" u="sng" dirty="0"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https://repositorio.ufsm.br/</a:t>
            </a:r>
            <a:r>
              <a:rPr lang="pt-BR" sz="1400" u="sng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bitstream</a:t>
            </a:r>
            <a:r>
              <a:rPr lang="pt-BR" sz="1400" u="sng" dirty="0"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pt-BR" sz="1400" u="sng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handle</a:t>
            </a:r>
            <a:r>
              <a:rPr lang="pt-BR" sz="1400" u="sng" dirty="0"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/1/7754/CRAUSS,%20CAMILA.pdf</a:t>
            </a: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&gt;. Acesso em: 14 set. 2024.</a:t>
            </a:r>
            <a:endParaRPr lang="pt-BR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810260" algn="l"/>
              </a:tabLst>
            </a:pPr>
            <a:endParaRPr lang="pt-BR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810260" algn="l"/>
              </a:tabLst>
            </a:pP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FORNASIER, Rogério Sartori. </a:t>
            </a:r>
            <a:r>
              <a:rPr lang="pt-BR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Porosidade e permeabilidade do concreto de alto desempenho com microssílica.</a:t>
            </a: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Mestrado. Universidade federal do Rio Grande do Sul, Porto Alegre, 1995. Disponível em: &lt;https://lume.ufrgs.br/</a:t>
            </a:r>
            <a:r>
              <a:rPr lang="pt-BR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bitstream</a:t>
            </a: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/</a:t>
            </a:r>
            <a:r>
              <a:rPr lang="pt-BR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handle</a:t>
            </a: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/10183/189696/000141522.pdf;jsessionid=2D43BACD4DB4C3AC5A706E6CBAFAC4A0?sequence=1&gt;. Acesso em:14 set. 2024</a:t>
            </a:r>
            <a:endParaRPr lang="pt-BR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810260" algn="l"/>
              </a:tabLst>
            </a:pP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pt-BR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810260" algn="l"/>
              </a:tabLst>
            </a:pP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ASTM C 1202 – 19. Standard Test </a:t>
            </a:r>
            <a:r>
              <a:rPr lang="pt-BR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Method</a:t>
            </a: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for </a:t>
            </a:r>
            <a:r>
              <a:rPr lang="pt-BR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Electrical</a:t>
            </a: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Indication</a:t>
            </a: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of</a:t>
            </a: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Concrete’s</a:t>
            </a: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Ability</a:t>
            </a: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</a:t>
            </a: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Resist</a:t>
            </a: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Chloride</a:t>
            </a: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Ion </a:t>
            </a:r>
            <a:r>
              <a:rPr lang="pt-BR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Penetration</a:t>
            </a: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r>
              <a:rPr lang="pt-BR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ASTM </a:t>
            </a:r>
            <a:r>
              <a:rPr lang="pt-BR" sz="14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International</a:t>
            </a: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Disponível em: https://www.astm.org/Standards/C1202.htm. Acesso em: 14 set. 2024.</a:t>
            </a:r>
            <a:endParaRPr lang="pt-BR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810260" algn="l"/>
              </a:tabLst>
            </a:pP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pt-BR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810260" algn="l"/>
              </a:tabLst>
            </a:pP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MEHTA, P. K.; MONTEIRO, P. J. M. </a:t>
            </a:r>
            <a:r>
              <a:rPr lang="pt-BR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Concreto: Microestrutura, Propriedades e Materiais</a:t>
            </a:r>
            <a:r>
              <a:rPr lang="pt-B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2. ed. São Paulo: IBRACON, 2014.</a:t>
            </a:r>
            <a:endParaRPr lang="pt-BR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E590FEB-7B25-73EF-5579-EEFA0083FF59}"/>
              </a:ext>
            </a:extLst>
          </p:cNvPr>
          <p:cNvSpPr txBox="1"/>
          <p:nvPr/>
        </p:nvSpPr>
        <p:spPr>
          <a:xfrm>
            <a:off x="1745673" y="1290918"/>
            <a:ext cx="96760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</p:txBody>
      </p:sp>
    </p:spTree>
    <p:extLst>
      <p:ext uri="{BB962C8B-B14F-4D97-AF65-F5344CB8AC3E}">
        <p14:creationId xmlns:p14="http://schemas.microsoft.com/office/powerpoint/2010/main" val="2649586011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lignment">
      <a:dk1>
        <a:sysClr val="windowText" lastClr="000000"/>
      </a:dk1>
      <a:lt1>
        <a:sysClr val="window" lastClr="FFFFFF"/>
      </a:lt1>
      <a:dk2>
        <a:srgbClr val="3B3D38"/>
      </a:dk2>
      <a:lt2>
        <a:srgbClr val="F7F2EE"/>
      </a:lt2>
      <a:accent1>
        <a:srgbClr val="928A63"/>
      </a:accent1>
      <a:accent2>
        <a:srgbClr val="B57B6B"/>
      </a:accent2>
      <a:accent3>
        <a:srgbClr val="9E8484"/>
      </a:accent3>
      <a:accent4>
        <a:srgbClr val="7C8A75"/>
      </a:accent4>
      <a:accent5>
        <a:srgbClr val="8C8578"/>
      </a:accent5>
      <a:accent6>
        <a:srgbClr val="A18563"/>
      </a:accent6>
      <a:hlink>
        <a:srgbClr val="B57B6B"/>
      </a:hlink>
      <a:folHlink>
        <a:srgbClr val="7C8A75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311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Batang</vt:lpstr>
      <vt:lpstr>Arial</vt:lpstr>
      <vt:lpstr>Avenir Next LT Pro Light</vt:lpstr>
      <vt:lpstr>Times New Roman</vt:lpstr>
      <vt:lpstr>AlignmentVTI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Nelso Paulin</dc:creator>
  <cp:lastModifiedBy>Nelso Paulin</cp:lastModifiedBy>
  <cp:revision>36</cp:revision>
  <dcterms:created xsi:type="dcterms:W3CDTF">2024-11-18T12:31:44Z</dcterms:created>
  <dcterms:modified xsi:type="dcterms:W3CDTF">2024-11-25T01:47:05Z</dcterms:modified>
</cp:coreProperties>
</file>